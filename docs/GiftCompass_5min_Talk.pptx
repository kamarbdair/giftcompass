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30s. GiftCompass recommends gifts by understanding the person receiving them. Jeddah first, prices in SAR. The headline of the week: we redesigned it so it never touches data the recipient has not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30s. Three failure modes we all recognise. The last one matters most: showing someone two hundred options is not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50s. This is the pivot of the week. We could not build what we originally drew, and the legal route turned out to give a cleaner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45s. Three ideas. The quiz is the primary source, donation is a bonus, and the recipient stays in control throughout. The reusable profile solves the obvious objection: asking ruins the surprise.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45s. Four changes from our first diagram. The one to call out is filters before ranking — it is the difference between showing a perfect gift you cannot afford and showing one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45s. This is the heart of it. A weight is computed from how strong each signal is and how recent, and it saturates, so a single repost is never an interest. Every number can be traced back to the evidence that made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50s. A real run, not a mock-up. Five gifts, every one inside budget, every one with a reason the giver can read. Note the last line: it knows what she already 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55s. The measurable result: donated signals mostly do not change the ranking, they increase how many gifts the system is confident enough to show. Be explicit that the human ratings are not collected yet — the sheet is blind and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25s. Close on the one line that describes the product, and be straight about what is still demo data. Then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GiftCompass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recipient first — then find the gift that fits them.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" y="3977640"/>
            <a:ext cx="146304" cy="146304"/>
          </a:xfrm>
          <a:prstGeom prst="ellipse">
            <a:avLst/>
          </a:prstGeom>
          <a:solidFill>
            <a:srgbClr val="A267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38404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Jeddah  ·  prices in SAR  ·  consent-based, no scraping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for someone you know well, and still guessing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6EFE8"/>
          </a:solidFill>
          <a:ln w="12700">
            <a:solidFill>
              <a:srgbClr val="E4D8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21408"/>
            <a:ext cx="438912" cy="43891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Guesswork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know what they would genuinely like.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6EFE8"/>
          </a:solidFill>
          <a:ln w="12700">
            <a:solidFill>
              <a:srgbClr val="E4D8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2121408"/>
            <a:ext cx="438912" cy="43891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27448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27448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lost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27448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store after store for generic ideas.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6EFE8"/>
          </a:solidFill>
          <a:ln w="12700">
            <a:solidFill>
              <a:srgbClr val="E4D8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22208" y="2121408"/>
            <a:ext cx="438912" cy="43891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22208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22208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 budget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22208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good idea costs more than you can spend.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160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more choice makes the decision harder, not easier.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 out this week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plan — read their TikTok reposts — is not available to us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38912" cy="43891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4650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terms forbid automated collection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9397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is public" is not permission (P4, Fiesler et al.)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834640"/>
            <a:ext cx="438912" cy="43891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980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TikTok's Research API is for academics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4553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non-profit researchers, not apps. Login Kit gives only a user's own posted videos — not likes or reposts.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886200"/>
            <a:ext cx="438912" cy="43891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886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4962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Saudi PDPL requires consent and a stated purpose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19709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Decree M/19, enforced by SDAIA since September 2024.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6EFE8"/>
          </a:solidFill>
          <a:ln w="12700">
            <a:solidFill>
              <a:srgbClr val="E4D8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52303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we designed around consent instead of collection — and the product got better, not worse.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Consent, not collection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recipient decides what we ever see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6EFE8"/>
          </a:solidFill>
          <a:ln w="12700">
            <a:solidFill>
              <a:srgbClr val="E4D8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57400"/>
            <a:ext cx="438912" cy="43891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633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is primary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017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sender answers a few short questions. Always available, no third party, works for everyone. This is the baseline everything else must beat.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6EFE8"/>
          </a:solidFill>
          <a:ln w="12700">
            <a:solidFill>
              <a:srgbClr val="E4D8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2057400"/>
            <a:ext cx="438912" cy="43891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27448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27448" y="2633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 Profile is optional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27448" y="3017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recipient opens a link and may donate their own platform export. It is parsed in their browser — we never receive messages, location or login data.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6EFE8"/>
          </a:solidFill>
          <a:ln w="12700">
            <a:solidFill>
              <a:srgbClr val="E4D8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22208" y="2057400"/>
            <a:ext cx="438912" cy="43891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22208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22208" y="2633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Preview, approve, delete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22208" y="3017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see every interest we inferred and remove what does not fit. The raw file is deleted once the profile is built; only the profile is kept, and it expires.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800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surprise problem: a reusable Gift Profile, built once and shared with family and friends, so a request is not a signal that a gift is coming.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v2</a:t>
            </a:r>
            <a:endParaRPr lang="en-US" sz="3800" dirty="0"/>
          </a:p>
        </p:txBody>
      </p:sp>
      <p:pic>
        <p:nvPicPr>
          <p:cNvPr id="3" name="Image 0" descr="/home/user/GiftCompass/docs/day3/architecture-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4041648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66360" y="1600200"/>
            <a:ext cx="438912" cy="43891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16636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806440" y="15819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before signals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806440" y="192938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collector and a persona builder now sit in front of the engine.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166360" y="2770632"/>
            <a:ext cx="438912" cy="43891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66360" y="2770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806440" y="275234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before ranking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309981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delivery, age and relationship fit remove candidates first, so nothing unaffordable is ever ranked.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166360" y="3941064"/>
            <a:ext cx="438912" cy="43891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66360" y="3941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806440" y="392277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wired in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806440" y="427024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demo products with embeddings feed retrieval.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166360" y="5111496"/>
            <a:ext cx="438912" cy="43891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6360" y="5111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806440" y="509320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loop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806440" y="54406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 and down feed the evaluation set.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persona is evidence, not a guess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interest carries the signals that produced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035040" cy="2834640"/>
          </a:xfrm>
          <a:prstGeom prst="roundRect">
            <a:avLst>
              <a:gd name="adj" fmla="val 3871"/>
            </a:avLst>
          </a:prstGeom>
          <a:solidFill>
            <a:srgbClr val="F6EFE8"/>
          </a:solidFill>
          <a:ln w="12700">
            <a:solidFill>
              <a:srgbClr val="E4D8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x saved      43 days old   -&gt;  4.745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1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x reposted   58 days old   -&gt;  2.160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1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x quiz answer              -&gt;  0.850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1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= 7.755    weight = raw / (raw + 2) = 0.79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matcha  ·  strong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349300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187452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beats reposted beats liked beats watched.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 fade: a 180-day half-life.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signal can never reach "strong" — only repetition does.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hate Twilight" mentions Twilight and is still a no.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Religion, health, politics, sexuality: never inferred.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friend · birthday · up to 500 SAR · 14 days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00400"/>
                <a:gridCol w="822960"/>
                <a:gridCol w="6400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matches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Matcha and tea gift hamper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show a strong interest in matcha (11 signals). It also touches cafe culture.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Matcha and pastry tasting for two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show a strong interest in matcha (11 signals). It also touches cafe culture. It is an experience rather than an object.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Arabic coffee dallah with finjan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show an interest in coffee (3 signals). It also touches home &amp; room decor.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Personalised name neon 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show an interest in home &amp; room decor (5 signals). It can be personalised, which suits a keepsake gift.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bestseller bundle, 3 paperbacks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show a strong interest in reading &amp; books (15 signals).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074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187 products  →  50 retrieved  →  46 pass the filters  →  5 shown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milk frother she already owns was filtered out. Three items over 500 SAR were removed before ranking.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extra data help?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catalog, same code — the only difference is how much we know about the person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6EFE8"/>
          </a:solidFill>
          <a:ln w="12700">
            <a:solidFill>
              <a:srgbClr val="E4D8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103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gifts confidently recommended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quiz + donated signals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5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quiz alone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D8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19385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measure today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317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inside budget, every run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the top interests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spread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 two systems differ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881360" cy="1691640"/>
          </a:xfrm>
          <a:prstGeom prst="roundRect">
            <a:avLst>
              <a:gd name="adj" fmla="val 6486"/>
            </a:avLst>
          </a:prstGeom>
          <a:solidFill>
            <a:srgbClr val="F6EFE8"/>
          </a:solidFill>
          <a:ln w="12700">
            <a:solidFill>
              <a:srgbClr val="E4D8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60120" y="42245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have not done yet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5720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Relevance, delight and embarrassment need human judgement. The harness produced a blind rating sheet — it does not say which system made which suggestion — and three of us will rate every item independently. Those numbers are not in this deck, because we have not collected them yet.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person → then the gift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46888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6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catalog prices against live listings before anyone sees them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6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keyword persona builder for the LLM one, same schema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6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TF-IDF for multilingual embeddings — most of our signals are Arabic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6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receiver Gift Profile flow, then run the human evaluation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prices are demo data for development — realistic for Jeddah, but not quoted prices.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GiftCompass — 5 minute talk</dc:title>
  <dc:subject>PptxGenJS Presentation</dc:subject>
  <dc:creator>GiftCompass Team</dc:creator>
  <cp:lastModifiedBy>GiftCompass Team</cp:lastModifiedBy>
  <cp:revision>1</cp:revision>
  <dcterms:created xsi:type="dcterms:W3CDTF">2026-09-26T14:11:38Z</dcterms:created>
  <dcterms:modified xsi:type="dcterms:W3CDTF">2026-09-26T14:11:38Z</dcterms:modified>
</cp:coreProperties>
</file>